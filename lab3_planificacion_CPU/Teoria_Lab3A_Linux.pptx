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con el caso NovaTech del laboratorio: 'el servidor se está incendiando'. Objetivo: el estudiante debe poder explicar cómo Linux planifica y cómo manipular prioridades en tiempo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Recorrer la estructura. Recordar que esta clase es TEORÍA PREVIA; el trabajo práctico está en el documento del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 base: la CPU se reparte porque hay más procesos que núcleos. El planificador de corto plazo decide constantemente.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espera y retorno: son las dos que se usan en la Parte B. Preguntar a la clase ejemplos de cada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laboratorio 3A toca el planificador de CORTO plazo. El largo plazo casi no existe en Linux (admisión inmediata).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Punto conceptual clave: NI lo pide el usuario, PRI lo calcula el kernel. Usar la analogía: NI es una 'sugerencia de actitud', PRI es la 'decisión final'.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ambos comandos en vivo si es posible. Hacer notar que nice lanza nuevo proceso; renice modifica uno ya corriendo.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Hacer pensar: ¿qué pasaría si un malware usa nice -20 y chrt FIFO sin control? → monopoliza CPU (DoS). Por eso los syscalls relevantes requieren CAP_SYS_NICE.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mayoría de procesos usa SCHED_OTHER (CFS). Explicar que FIFO/RR son para sistemas de tiempo real y por eso están restringidos.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el lab, chrt -f -p 10 sin sudo falla. Preparar el nudge: '¿qué comando privilegiado usaste en el Lab 2?' → sudo.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CFS = 'fair': elige el de menor vruntime. NI acelera/desacelera el vruntime. Esa es la razón de que PRI mostrado por ps fluctúe.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Afinidad = conjunto de CPU permitidas. Ventajas: localidad de caché y aislamiento de procesos críticos.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Tabla de referencia rápida; útil tenerla abierta durante el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Recordar consejos de seguridad del lab: solo matar procesos propios. Entregable: evidencias + cuestionario. Nombre Apellido_Nombre_Lab3A.pdf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194560" cy="1016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Laboratorio 3A: Planificación Real en Linux</a:t>
            </a:r>
            <a:endParaRPr sz="4000" b="1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ECF3F9"/>
                </a:solidFill>
              </a:rPr>
              <a:t>Teoría previa · nice, renice, chrt, taskset y prioridades</a:t>
            </a:r>
            <a:endParaRPr sz="2000">
              <a:solidFill>
                <a:srgbClr val="ECF3F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CF3F9"/>
                </a:solidFill>
              </a:rPr>
              <a:t>Sistemas Operativos (0689) · Grupo 1SF134 · Isacio Manuel Tamayo Rodríguez</a:t>
            </a:r>
            <a:endParaRPr sz="1400">
              <a:solidFill>
                <a:srgbClr val="ECF3F9"/>
              </a:solidFill>
            </a:endParaRPr>
          </a:p>
          <a:p>
            <a:r>
              <a:rPr sz="1200">
                <a:solidFill>
                  <a:srgbClr val="B8C4D9"/>
                </a:solidFill>
              </a:rPr>
              <a:t>Antes de abrir tu VM, entiende cómo Linux decide quién usa la CPU</a:t>
            </a:r>
            <a:endParaRPr sz="1200">
              <a:solidFill>
                <a:srgbClr val="B8C4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Agenda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2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¿Qué es la planificación de la CPU?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Criterios y tipos de planificador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Niceness y prioridad real (NI vs PRI)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nice y renice: cambiar prioridad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La regla de permisos y por qué existe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Políticas de planificación: SCHED_OTHER, SCHED_FIFO, SCHED_RR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chrt y taskset: política y afinidad de CPU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CFS: cómo decide realmente Linux</a:t>
            </a:r>
            <a:endParaRPr sz="18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¿Qué es la planificación de CPU?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3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28346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La CPU es el recurso más valioso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En cualquier instante hay más procesos dispuestos a ejecutarse que núcleos disponibles. El sistema operativo debe decidir QUIÉN ocupa la CPU y POR CUÁNTO TIEMPO.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8346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El planificador (CPU scheduler)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Componente del kernel que selecciona el siguiente proceso de la cola de listos (ready queue) y le asigna el procesador. Linux usa CFS (Completely Fair Scheduler) por defecto.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0515600" cy="155448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Flujo de decisión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Nuevos procesos → Cola de listos → El planificador elige el siguiente según la política → El proceso se ejecuta → Al terminar vuelve a cola o se bloquea.</a:t>
            </a:r>
            <a:endParaRPr sz="135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Criterios de planificación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4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Utilización de la CPU (CPU utilization): mantener la CPU ocupada al máximo.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Rendimiento (throughput): número de procesos completados por unidad de tiempo.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retorno (turnaround): desde que el proceso llega hasta que termina.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espera (waiting): tiempo total que el proceso pasa en la cola de listos.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respuesta (response): tiempo desde la llegada hasta la primera respuesta.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6A085"/>
                </a:solidFill>
              </a:rPr>
              <a:t>▪  Un buen planificador equilibra estos criterios; normalmente no puede optimizar todos a la vez.</a:t>
            </a:r>
            <a:endParaRPr sz="1700" b="1">
              <a:solidFill>
                <a:srgbClr val="16A08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10515600" cy="13716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Para el laboratorio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Vas a observar las prioridades reales de procesos y manipularlas. En 3B compararás algoritmos usando estas métricas.</a:t>
            </a:r>
            <a:endParaRPr sz="135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Tipos de planificador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5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Largo plazo (job)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Decide qué procesos se admiten al sistema. Controla el grado de multiprogramación. Poco frecuente en Linux.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Medio plazo (swapping)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Decide suspender o reanudar procesos para liberar memoria (swap in/out).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Corto plazo (CPU)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Elige el siguiente proceso que usará la CPU. Se invoca constantemente. Es el que estudiaremos en el laboratorio.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▪  Frecuencia: corto plazo se ejecuta cada ~milisegundos; largo plazo, por segundos o minutos.</a:t>
            </a:r>
            <a:endParaRPr sz="15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Niceness (NI) y Prioridad real (PRI)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6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27432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NI — Niceness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Valor de -20 a +19 que el USUARIO puede sugerir. </a:t>
            </a:r>
            <a:br>
              <a:rPr sz="1350">
                <a:solidFill>
                  <a:srgbClr val="333333"/>
                </a:solidFill>
              </a:rPr>
            </a:br>
            <a:r>
              <a:rPr>
                <a:solidFill>
                  <a:srgbClr val="333333"/>
                </a:solidFill>
              </a:rPr>
              <a:t>-20 → alta prioridad (muy 'antipático', acapara CPU) </a:t>
            </a:r>
            <a:br>
              <a:rPr>
                <a:solidFill>
                  <a:srgbClr val="333333"/>
                </a:solidFill>
              </a:rPr>
            </a:br>
            <a:r>
              <a:rPr>
                <a:solidFill>
                  <a:srgbClr val="333333"/>
                </a:solidFill>
              </a:rPr>
              <a:t>+19 → baja prioridad (muy 'amable', cede la CPU). </a:t>
            </a:r>
            <a:br>
              <a:rPr>
                <a:solidFill>
                  <a:srgbClr val="333333"/>
                </a:solidFill>
              </a:rPr>
            </a:br>
            <a:r>
              <a:rPr>
                <a:solidFill>
                  <a:srgbClr val="333333"/>
                </a:solidFill>
              </a:rPr>
              <a:t>Un proceso normal inicia con NI = 0.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7432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PRI — Prioridad real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Valor que el KERNEL calcula y realmente usa. Depende de NI y de otros factores (historial de uso, interacción, etc.). Un usuario pide con NI; el kernel decide con PRI.</a:t>
            </a:r>
            <a:endParaRPr sz="1350">
              <a:solidFill>
                <a:srgbClr val="33333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onsolas"/>
              </a:rPr>
              <a:t>Ver con:  ps -eo pid,ni,pri,cmd | grep sha256sum</a:t>
            </a:r>
            <a:endParaRPr sz="1500" b="0">
              <a:solidFill>
                <a:srgbClr val="1F3A5F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▪  Cuanto menor es NI, más 'urgente' se pide que sea el proceso. Linux lo traduce a más tiempo de CPU mediante CFS.</a:t>
            </a:r>
            <a:endParaRPr sz="16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nice y renice: cambiar prioridad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7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nice -n 10 sha256sum /dev/urandom &gt; /dev/null &amp;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Lanza un proceso NUEVO con niceness 10 (baja prioridad).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renice -n -5 -p &lt;PID&gt;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Cambia la prioridad de un proceso YA en ejecución (sube de prioridad si NI &lt; 0).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Un usuario NORMAL puede bajar su prioridad (aumentar NI) sin restricciones.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C0392B"/>
                </a:solidFill>
              </a:rPr>
              <a:t>▪  Subir la prioridad (NI por debajo de 0) requiere privilegios (sudo).</a:t>
            </a:r>
            <a:endParaRPr sz="1700" b="1">
              <a:solidFill>
                <a:srgbClr val="C0392B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Renice negativo devuelve 'Permission denied' sin sudo. Lo verás en el laboratorio.</a:t>
            </a:r>
            <a:endParaRPr sz="17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¿Por qué la regla de permisos?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8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Si cualquiera pudiera autoasignarse NI = -20, todos lo harían y nadie tendría ventaja real.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Peor aún: un proceso malicioso podría acaparar la CPU de forma indefinida → síndrome del 'proceso hambriento' en el resto.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Por seguridad y equidad, el kernel restringe las operaciones privilegiadas: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     • Subir prioridad (bajar NI &lt; 0)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     • Cambiar a políticas de tiempo real</a:t>
            </a:r>
            <a:endParaRPr sz="17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     • Fijar afinidad de CPU en entornos restringidos</a:t>
            </a:r>
            <a:endParaRPr sz="1700" b="0"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10515600" cy="118872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Paralelo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Un SO multiusuario limita la prioridad para que ningún proceso/grupo pueda monopolizar el procesador: es un mecanismo de aislamiento y control.</a:t>
            </a:r>
            <a:endParaRPr sz="135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Políticas de planificación (Linux)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9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09700"/>
            <a:ext cx="5120640" cy="40233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Normal / uso general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SCHED_OTHER (a.k.a SCHED_NORMAL): la política por defecto, usada por ~todos los procesos. Planificada por CFS con prioridad 0.</a:t>
            </a:r>
            <a:br>
              <a:rPr sz="1350">
                <a:solidFill>
                  <a:srgbClr val="333333"/>
                </a:solidFill>
              </a:rPr>
            </a:br>
            <a:br>
              <a:rPr sz="1350">
                <a:solidFill>
                  <a:srgbClr val="333333"/>
                </a:solidFill>
              </a:rPr>
            </a:br>
            <a:r>
              <a:rPr sz="1350">
                <a:solidFill>
                  <a:srgbClr val="333333"/>
                </a:solidFill>
              </a:rPr>
              <a:t>SCHED_BATCH: para tareas por lotes, menos conmutación.</a:t>
            </a:r>
            <a:br>
              <a:rPr sz="1350">
                <a:solidFill>
                  <a:srgbClr val="333333"/>
                </a:solidFill>
              </a:rPr>
            </a:br>
            <a:br>
              <a:rPr sz="1350">
                <a:solidFill>
                  <a:srgbClr val="333333"/>
                </a:solidFill>
              </a:rPr>
            </a:br>
            <a:r>
              <a:rPr sz="1350">
                <a:solidFill>
                  <a:srgbClr val="333333"/>
                </a:solidFill>
              </a:rPr>
              <a:t>SCHED_IDLE: solo cuando la CPU está ociosa.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0233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Tiempo real (privilegiada)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SCHED_FIFO: enorme prioridad, sin interrupción por tiempo (puede bloquear el sistema si se traba).</a:t>
            </a:r>
            <a:br>
              <a:rPr sz="1350">
                <a:solidFill>
                  <a:srgbClr val="333333"/>
                </a:solidFill>
              </a:rPr>
            </a:br>
            <a:br>
              <a:rPr sz="1350">
                <a:solidFill>
                  <a:srgbClr val="333333"/>
                </a:solidFill>
              </a:rPr>
            </a:br>
            <a:r>
              <a:rPr sz="1350">
                <a:solidFill>
                  <a:srgbClr val="333333"/>
                </a:solidFill>
              </a:rPr>
              <a:t>SCHED_RR: FIFO pero con quantum y rotación entre procesos de tiempo real.</a:t>
            </a:r>
            <a:br>
              <a:rPr sz="1350">
                <a:solidFill>
                  <a:srgbClr val="333333"/>
                </a:solidFill>
              </a:rPr>
            </a:br>
            <a:br>
              <a:rPr sz="1350">
                <a:solidFill>
                  <a:srgbClr val="333333"/>
                </a:solidFill>
              </a:rPr>
            </a:br>
            <a:r>
              <a:rPr sz="1350">
                <a:solidFill>
                  <a:srgbClr val="333333"/>
                </a:solidFill>
              </a:rPr>
              <a:t>Solo accesibles con privilegios elevados.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▪  chrt -p &lt;PID&gt; muestra la política actual. Lo esperado es SCHED_OTHER.</a:t>
            </a:r>
            <a:endParaRPr sz="15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chrt: consultar y cambiar política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10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chrt -p &lt;PID&gt;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Muestra la política y prioridad actual del proceso (normalmente SCHED_OTHER).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chrt -f -p 10 &lt;PID&gt;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Intenta cambiar a SCHED_FIFO con prioridad 10 → sin sudo fallará por permisos.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Políticas de tiempo real &gt; cualquier proceso normal, siempre.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Un proceso FIFO en loop infinito deja sin CPU a todo lo demás → por eso el kernel restringe su uso.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En el laboratorio verás el mismo error de permisos que con renice; el motivo es el mismo: operación privilegiada.</a:t>
            </a:r>
            <a:endParaRPr sz="18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CFS — ¿Cómo decide Linux de verdad?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11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CFS (Completely Fair Scheduler) es el planificador de SCHED_NORMAL desde Linux 2.6.23.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Cada proceso tiene un virtual runtime (vruntime): cuánto le 'toca' ejecutarse.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6A085"/>
                </a:solidFill>
              </a:rPr>
              <a:t>▪  CFS elige siempre el proceso con MENOR vruntime → todos avanzan de forma 'justa' a lo largo del tiempo.</a:t>
            </a:r>
            <a:endParaRPr sz="1800" b="1">
              <a:solidFill>
                <a:srgbClr val="16A085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El niceness ajusta la 'velocidad' a la que crece el vruntime: prioridad alta crece lento, prioridad baja crece rápido.</a:t>
            </a:r>
            <a:endParaRPr sz="1800" b="0"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10515600" cy="18288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Idea clave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PRI no es un número fijo: CFS lo deriva de NI y de la historia de ejecución. Por eso dos procesos con el mismo NI pueden mostrar PRI diferente y éste cambia con el tiempo.</a:t>
            </a:r>
            <a:endParaRPr sz="135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taskset — Afinidad de CPU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12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taskset -c 0 sha256sum /dev/urandom &gt; /dev/null &amp;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Ejecuta el proceso SOLO en el núcleo 0.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taskset -p $!</a:t>
            </a:r>
            <a:endParaRPr sz="160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Muestra la afinidad del proceso ya lanzado.</a:t>
            </a:r>
            <a:endParaRPr sz="1250">
              <a:solidFill>
                <a:srgbClr val="ECF3F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La afinidad restringe los núcleos donde un proceso puede ejecutarse (CPU affinity).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Ventaja: mejora la localidad de caché (el proceso reutiliza datos que ya están en ese núcleo).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Ventaja: aísla procesos críticos (un núcleo dedicado para la base de datos).</a:t>
            </a:r>
            <a:endParaRPr sz="18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Ver en htop por núcleo (F2 → Columns → activar CPU).</a:t>
            </a:r>
            <a:endParaRPr sz="18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Resumen de comandos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13</a:t>
            </a:r>
            <a:endParaRPr sz="1200">
              <a:solidFill>
                <a:srgbClr val="8A8A8A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84632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Comando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¿Privilegios?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ps -eo pid,ni,pri,cmd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Listar procesos con prioridades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nice -n &lt;v&gt; &lt;cmd&gt;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Lanzar proceso con ni = v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renice -n &lt;v&gt; -p &lt;PID&gt;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Cambiar prioridad en ejecución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Sí si NI&lt;0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chrt -p &lt;PID&gt;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Mostrar política de planificación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chrt -f -p &lt;v&gt; &lt;PID&gt;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Cambiar a tiempo real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Sí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taskset -c &lt;cpu&gt; &lt;cmd&gt;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Anclar proceso a núcleos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taskset -p &lt;PID&gt;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Ver afinidad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  <a:endParaRPr sz="1400">
                        <a:solidFill>
                          <a:srgbClr val="333333"/>
                        </a:solidFill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Tu actividad en el laboratorio 3A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14</a:t>
            </a:r>
            <a:endParaRPr sz="1200">
              <a:solidFill>
                <a:srgbClr val="8A8A8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Genera carga falsa (procesos sha256sum) y observa su NI y PRI.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Degrada un proceso con nice -n 10 y compáralo con uno normal.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Intenta renice -n -5 y explica el 'Permission denied'.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Consulta chrt y prueba a cambiar a SCHED_FIFO → ¿falla?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Ancla un proceso a un núcleo con taskset y verifica con htop.</a:t>
            </a:r>
            <a:endParaRPr sz="1900" b="0">
              <a:solidFill>
                <a:srgbClr val="333333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Responde las 4 preguntas del cuestionario con tus palabras.</a:t>
            </a:r>
            <a:endParaRPr sz="1900" b="0">
              <a:solidFill>
                <a:srgbClr val="333333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10515600" cy="12801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Recuerda</a:t>
            </a:r>
            <a:endParaRPr sz="1600" b="1">
              <a:solidFill>
                <a:srgbClr val="1F3A5F"/>
              </a:solidFill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No mates procesos que no hayas creado tú. Limpia siempre con pkill sha256sum al terminar.</a:t>
            </a:r>
            <a:endParaRPr sz="135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7067</Words>
  <Application>WPS Presentation</Application>
  <PresentationFormat>On-screen Show (4:3)</PresentationFormat>
  <Paragraphs>221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Consolas</vt:lpstr>
      <vt:lpstr>Tiresias Infofont</vt:lpstr>
      <vt:lpstr>Calibri</vt:lpstr>
      <vt:lpstr>Trebuchet MS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 - Laboratorio</dc:title>
  <dc:creator/>
  <dc:description>generated using python-pptx</dc:description>
  <cp:lastModifiedBy>poncio</cp:lastModifiedBy>
  <cp:revision>2</cp:revision>
  <dcterms:created xsi:type="dcterms:W3CDTF">2026-09-08T15:44:57Z</dcterms:created>
  <dcterms:modified xsi:type="dcterms:W3CDTF">2026-09-08T15:44:57Z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